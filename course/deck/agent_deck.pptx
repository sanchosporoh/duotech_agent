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PetEx — 5 из 5 успешных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 пяти прогонов — учебные сутки, облачная модель прототипа. Локальная GPT-OSS 120B: пробные вызовы, серия — в shadow.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ОДИН КУСТ BEL_PROD, ИНЖЕНЕР-МОДЕЛИСТ И ТЕХНОЛОГ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ПРИ ≥ 0.24 Т НЕФТИ НА ИНЦИДЕНТ, В КЕЙСЕ — ≈ 5 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1.5 млн ₽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на 1 куст: внедрение системы, месторождения и куста + время людей; для Заказчика бесплатно, железо — нынешний сервер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млн ₽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кустов, 3 месторождения, первый год: железо 2 млн, внедрение 9 млн, сопровождение 15 млн; дальше ≈ 15.4 млн ₽ в год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ОКУПАЕМОСТИ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инцидент в сутки на 100 скважин: 5 475 в год на 1 500 скважин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год: 26 млн ₽ ÷ 5 475 ≈ 0.24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следующие годы: ≈ 0.14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каждый инцидент — ≈ 5 т нефти (≈ 100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кейс: потеря 14.2 т/сут, 20 000 руб/т, 8 ч после расчёта без изменений. Внедрение и сопровождение — оценка; эффект в год даст пилот.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2026-10-09T11:54:40Z</dcterms:created>
  <dcterms:modified xsi:type="dcterms:W3CDTF">2026-10-09T11:54:40Z</dcterms:modified>
</cp:coreProperties>
</file>