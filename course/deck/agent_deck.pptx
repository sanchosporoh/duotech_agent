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своём сервере — 3 из 5, облачная — 5 из 5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Учебные сутки, настоящий PetEx. Своя модель: неудачи — тайм-аут на такте с двумя инцидентами и сбой сервера, не неверный ответ; ≈ 3.8 ₽ за успешный результат.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7 КУСТОВ, ~105 СКВАЖИН, ~1 ИНЦИДЕНТ В СУТКИ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 ЦУД (круглосуточно),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ОКУПАЕТСЯ ПРИ ≥ 11.5 Т НЕФТИ НА КУСТ В ГОД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 учебного кейса: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1.9 млн ₽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на 7 кустах: внедрение системы, месторождения и кустов + время людей; для Заказчика бесплатно, железо — нынешний сервер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млн ₽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кустов, 3 месторождения, первый год: железо 2 млн, внедрение 9 млн, сопровождение 12 млн; дальше ≈ 12.4 млн ₽ в год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ОКУПАЕМОСТИ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год: 23 млн ₽ ÷ 100 кустов ≈ 11.5 т нефти на куст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следующие годы: ≈ 6.2 т на куст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инцидент типичной скважины (60 м³/сут, 30 % воды) — ≈ 10.9 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инцидент на типичной скважине — ≈ 10.9 т нефти (≈ 218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кейс: потеря 14.2 т/сут, 20 000 руб/т, 8 ч после расчёта без изменений. Типичная скважина 60 м³/сут, 30 % воды — оценка. Внедрение и сопровождение — оценка; эффект в год даст пилот.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2026-10-09T19:50:23Z</dcterms:created>
  <dcterms:modified xsi:type="dcterms:W3CDTF">2026-10-09T19:50:23Z</dcterms:modified>
</cp:coreProperties>
</file>