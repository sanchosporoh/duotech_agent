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1\AppData\Roaming\Claude\local-agent-mode-sessions\skills-plugin\8ef7bff0-8766-413f-811a-33353097c79b\2def231b-836c-444a-8398-f62454ae1964\skills\ns-digital-pptx\assets\ns_digital_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2194560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331720"/>
            <a:ext cx="12188952" cy="251460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242316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КОНТРОЛЯ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ДОБЫЧИ КУСТА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48640" y="4023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нефти найден и рассчитан за 1.5 часа вместо 10</a:t>
            </a:r>
            <a:endParaRPr lang="en-US" sz="1800" dirty="0"/>
          </a:p>
        </p:txBody>
      </p:sp>
      <p:pic>
        <p:nvPicPr>
          <p:cNvPr id="6" name="Image 1" descr="C:\Users\User1\AppData\Roaming\Claude\local-agent-mode-sessions\skills-plugin\8ef7bff0-8766-413f-811a-33353097c79b\2def231b-836c-444a-8398-f62454ae1964\skills\ns-digital-pptx\assets\lineart_refinery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8138160" y="822960"/>
            <a:ext cx="3749040" cy="5486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агента · Блок 3 «Agentic Workflow» ·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Проблема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ЗАМЕЧАЮТ И СЧИТАЮТ ВРУЧНУЮ — КОМПЕНСАЦИЯ НАЧИНАЕТСЯ ЧЕРЕЗ 18 ЧАСОВ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отклонения до действия на скважинах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7180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/>
          <p:nvPr/>
        </p:nvSpPr>
        <p:spPr>
          <a:xfrm>
            <a:off x="310896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10896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них — обнаружение отклонения и ручной расчёт в PetEx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53212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566928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нескомпенсированной нефти на один инцидент — 213 тыс. руб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244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822960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неделю инженера-моделиста на проверке гипотез и расчёте режима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11480" y="56692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6692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нефти растёт каждый час, пока отклонение ждёт человека и ручного расчёта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11480" y="63550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отчёт по диагностическому аудиту бизнес-процессов Заказчика (18 ч / 10 ч). Нефть — расчёт на учебном кейсе: потеря 14.2 т/сут × 18 ч / 24, 20 000 руб/т.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сейчас (As-Is)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МЕСТО — РУЧНАЯ ПРОВЕРКА ГИПОТЕЗ И РАСЧЁТ РЕЖИМА: 46 % ВРЕМЕНИ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01498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1828800"/>
                <a:gridCol w="731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Мин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Потеря, мин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Двухчасовка с добычей по сепаратору — отклонение видно только при просмотре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регламент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Выгрузить телеметрию и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инженер, 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Отбраковать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 + инженер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Сформулировать гипотезы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гипотезы расчётом в ИМА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инженер-моделист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Рассчитать режим куста и утвердить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моделист, 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Согласовать с цехом, внести уставки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начальник ЦДНГ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Сравнить факт с прогнозом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11480" y="534924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5349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Шаги 4–5: 552 из 1 211 мин в неделю (46 %) и 10 из 18 ч задержки действия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11480" y="60807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 и частота — таблица части 1 (экспертная оценка), сведены с 10 ч аудита: 380 мин работы + 220 мин ожидания двухчасовки и начала разбора.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будет (To-Be)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ЕЖЕЧАСНЫЙ КОНТРОЛЬ И РАСЧЁТ ПО СОБЫТИЮ; РЕШЕНИЕ ОСТАЁТСЯ ЗА ИНЖЕНЕРОМ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и проверить замеры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2264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2386584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112264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Обнаружить отклонение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112264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13048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17" name="Text 14"/>
          <p:cNvSpPr/>
          <p:nvPr/>
        </p:nvSpPr>
        <p:spPr>
          <a:xfrm>
            <a:off x="4087368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813048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Диагноз: гипотезы + PROSPER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813048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13832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5788152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513832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Компенсация: наборы + GAP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513832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214616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/>
          <p:nvPr/>
        </p:nvSpPr>
        <p:spPr>
          <a:xfrm>
            <a:off x="7488936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Т5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214616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Утвердить / вернуть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214616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91540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/>
          <p:nvPr/>
        </p:nvSpPr>
        <p:spPr>
          <a:xfrm>
            <a:off x="918972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Т6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91540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Согласовать с цехом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91540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НАЧАЛЬНИК ЦДНГ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ПЕРЕПРОЕКТИРОВАНО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факта с прогнозом — триггер в начале, а не отчёт в конце. Гипотезы и проверка расчётом — один шаг по событию. Расчёт режима отделён от утверждения.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813048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6" name="Text 33"/>
          <p:cNvSpPr/>
          <p:nvPr/>
        </p:nvSpPr>
        <p:spPr>
          <a:xfrm>
            <a:off x="3950208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АГЕНТ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3950208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предлагает гипотезы и наборы мероприятий, PROSPER и GAP проверяют их физикой и ограничениями сети, код выбирает лучший допустимый вариант.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214616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9" name="Text 36"/>
          <p:cNvSpPr/>
          <p:nvPr/>
        </p:nvSpPr>
        <p:spPr>
          <a:xfrm>
            <a:off x="7351776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ОСТАВЛЕНО ЧЕЛОВЕКУ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7351776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по режиму (необратимо, ответственность именная) и согласование с цехом (переговоры, нет программного входа).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Агентных шагов 2 из 6. Данные не покидают сеть компании: LLM — GPT-OSS 120B на сервере LM Studio; облачные модели запрещены в конфигурации.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Метрики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ЗНАЧЕНИЯ «ДО» — ИЗ АУДИТА И ЛИСТА AS-IS; «ПОСЛЕ» — ЗАМЕРЫ ПРОТОТИПА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69164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916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Обнаружение и расчёт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206240" y="1691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126480" y="194767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2" name="Text 9"/>
          <p:cNvSpPr/>
          <p:nvPr/>
        </p:nvSpPr>
        <p:spPr>
          <a:xfrm>
            <a:off x="6720840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1.5 ч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61120" y="16916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тактов агента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" y="256032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560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до действия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062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126480" y="281635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720840" y="2560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9.5 ч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6112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+ время решения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342900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429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Нескомпенсированная нефть на инцидент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206240" y="34290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126480" y="368503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24" name="Text 21"/>
          <p:cNvSpPr/>
          <p:nvPr/>
        </p:nvSpPr>
        <p:spPr>
          <a:xfrm>
            <a:off x="672084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 т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61120" y="34290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темпа × время / 24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1480" y="429768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297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инженера-моделиста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206240" y="4297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мин/нед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26480" y="455371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30" name="Text 27"/>
          <p:cNvSpPr/>
          <p:nvPr/>
        </p:nvSpPr>
        <p:spPr>
          <a:xfrm>
            <a:off x="67208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эскалации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961120" y="42976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эскалаций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530352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53035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Проверено: eval-набор 15 из 15; серия пяти прогонов на PetEx — 5 из 5 успешных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 пяти прогонов — учебные сутки, облачная модель прототипа. Локальная GPT-OSS 120B: пробные вызовы, серия — в shadow.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Запуск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01.12.2026–25.01.2027: 7 КУСТОВ, ~105 СКВАЖИН, ~1 ИНЦИДЕНТ В СУТКИ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37360"/>
            <a:ext cx="3291840" cy="82296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11480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НЕДЕЛИ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считает по реальным данным, инженер работает как раньше, решения сравниваются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480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10 инцидентов; 80 % — готовое предложение; причина совпала в 70 %; 0 нарушений ограничений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13048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4133088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813048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НЕДЕЛИ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13048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Предложения идут технологу на утверждение, затем согласование с цехом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813048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13048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20 утверждённых; ≥ 70 % без переделки; факт в пределах прогноза ±5 %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14616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214616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14616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ведёт контур до предложения и ставит задачу после утверждения; режим решает технолог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214616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14616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Откат в HITL: расхождение с прогнозом &gt; 10 % дважды за неделю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Немедленная остановка: данные за контуром, запись без утверждения, 2 рекомендации с нарушением ограничений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Ответственный за починку — инженер-моделист ЦУД (круглосуточно), вторая линия — руководитель группы моделирования и оптимизации; риски и мониторинг — паспорт, Р7.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Стоимость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ОКУПАЕТСЯ ПРИ ≥ 11.5 Т НЕФТИ НА КУСТ В ГОД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17373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100 тыс. руб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374904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сохранённой нефти на инцидент учебного кейса: ≈ 5 т, время до действия 18 ч → ≈ 9.5 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1.9 млн ₽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74904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на 7 кустах: внедрение системы, месторождения и кустов + время людей; для Заказчика бесплатно, железо — нынешний сервер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1148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млн ₽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749040" y="4114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кустов, 3 месторождения, первый год: железо 2 млн, внедрение 9 млн, сопровождение 12 млн; дальше ≈ 12.4 млн ₽ в год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1737360"/>
            <a:ext cx="3520440" cy="3429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72237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ОКУПАЕМОСТИ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223760" y="22402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год: 23 млн ₽ ÷ 100 кустов ≈ 11.5 т нефти на куст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следующие годы: ≈ 6.2 т на куст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инцидент типичной скважины (60 м³/сут, 30 % воды) — ≈ 10.9 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ПОТОЛКИ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вызовов LLM и 30 GAP в сутки, $1.5 в сутки, такт 45 мин; после потолка агент стоит до разбора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не оставить как есть: инцидент на типичной скважине — ≈ 10.9 т нефти (≈ 218 тыс. руб), потерянных за 8.5 лишних часов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кейс: потеря 14.2 т/сут, 20 000 руб/т, 8 ч после расчёта без изменений. Типичная скважина 60 м³/сут, 30 % воды — оценка. Внедрение и сопровождение — оценка; эффект в год даст пилот.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Агент контроля добычи куста</dc:title>
  <dc:subject>PptxGenJS Presentation</dc:subject>
  <dc:creator>PptxGenJS</dc:creator>
  <cp:lastModifiedBy>PptxGenJS</cp:lastModifiedBy>
  <cp:revision>1</cp:revision>
  <dcterms:created xsi:type="dcterms:W3CDTF">2026-10-09T12:51:42Z</dcterms:created>
  <dcterms:modified xsi:type="dcterms:W3CDTF">2026-10-09T12:51:42Z</dcterms:modified>
</cp:coreProperties>
</file>