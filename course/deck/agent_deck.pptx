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7 КУСТОВ, ~105 СКВАЖИН, ~1 ИНЦИДЕНТ В СУТКИ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0.24 Т НЕФТИ НА ИНЦИДЕНТ, В КЕЙСЕ — ≈ 5 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1.9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7 кустах: внедрение системы, месторождения и кустов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кустов, 3 месторождения, первый год: железо 2 млн, внедрение 9 млн, сопровождение 15 млн; дальше ≈ 15.4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инцидент в сутки на 100 скважин: 5 475 в год на 1 500 скважин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26 млн ₽ ÷ 5 475 ≈ 0.24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0.14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каждый инцидент — ≈ 5 т нефти (≈ 100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Внедрение и сопровождение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2026-10-09T12:04:15Z</dcterms:created>
  <dcterms:modified xsi:type="dcterms:W3CDTF">2026-10-09T12:04:15Z</dcterms:modified>
</cp:coreProperties>
</file>